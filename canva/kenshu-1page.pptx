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わくわく! あきの おもちゃづくり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47472" y="69494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生活科「あきと あそぼう」1年生 ／ Canvaテンプレート（全13ページ）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37960" y="219456"/>
            <a:ext cx="2286000" cy="658368"/>
          </a:xfrm>
          <a:prstGeom prst="roundRect">
            <a:avLst>
              <a:gd name="adj" fmla="val 19444"/>
            </a:avLst>
          </a:prstGeom>
          <a:solidFill>
            <a:srgbClr val="FFF3E0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37960" y="21945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もじを うたずに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1年生が つくれる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5176" y="1709928"/>
            <a:ext cx="4041648" cy="640080"/>
          </a:xfrm>
          <a:prstGeom prst="roundRect">
            <a:avLst>
              <a:gd name="adj" fmla="val 11429"/>
            </a:avLst>
          </a:prstGeom>
          <a:solidFill>
            <a:srgbClr val="FFF3E0"/>
          </a:solidFill>
          <a:ln w="25400">
            <a:solidFill>
              <a:srgbClr val="FB8C00"/>
            </a:solidFill>
            <a:prstDash val="solid"/>
          </a:ln>
        </p:spPr>
      </p:sp>
      <p:pic>
        <p:nvPicPr>
          <p:cNvPr id="7" name="Image 0" descr="/Users/eri-ca/Desktop/はっぴょうメーカー/Canvaテンプレート/あきのおもちゃ/みほん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43000"/>
            <a:ext cx="941832" cy="530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38328" y="1161288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8328" y="1165860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800" dirty="0"/>
          </a:p>
        </p:txBody>
      </p:sp>
      <p:pic>
        <p:nvPicPr>
          <p:cNvPr id="10" name="Image 1" descr="/Users/eri-ca/Desktop/はっぴょうメーカー/Canvaテンプレート/あきのおもちゃ/みほん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1143000"/>
            <a:ext cx="941832" cy="5303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335024" y="1161288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335024" y="1165860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800" dirty="0"/>
          </a:p>
        </p:txBody>
      </p:sp>
      <p:pic>
        <p:nvPicPr>
          <p:cNvPr id="13" name="Image 2" descr="/Users/eri-ca/Desktop/はっぴょうメーカー/Canvaテンプレート/あきのおもちゃ/みほん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1143000"/>
            <a:ext cx="941832" cy="53035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2331720" y="1161288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331720" y="1165860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800" dirty="0"/>
          </a:p>
        </p:txBody>
      </p:sp>
      <p:pic>
        <p:nvPicPr>
          <p:cNvPr id="16" name="Image 3" descr="/Users/eri-ca/Desktop/はっぴょうメーカー/Canvaテンプレート/あきのおもちゃ/みほん_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128" y="1143000"/>
            <a:ext cx="941832" cy="530352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3328416" y="1161288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3328416" y="1165860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800" dirty="0"/>
          </a:p>
        </p:txBody>
      </p:sp>
      <p:pic>
        <p:nvPicPr>
          <p:cNvPr id="19" name="Image 4" descr="/Users/eri-ca/Desktop/はっぴょうメーカー/Canvaテンプレート/あきのおもちゃ/みほん_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824" y="1143000"/>
            <a:ext cx="941832" cy="530352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4325112" y="1161288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4325112" y="1165860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5</a:t>
            </a:r>
            <a:endParaRPr lang="en-US" sz="800" dirty="0"/>
          </a:p>
        </p:txBody>
      </p:sp>
      <p:pic>
        <p:nvPicPr>
          <p:cNvPr id="22" name="Image 5" descr="/Users/eri-ca/Desktop/はっぴょうメーカー/Canvaテンプレート/あきのおもちゃ/みほん_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1764792"/>
            <a:ext cx="941832" cy="530352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338328" y="1783080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38328" y="1787652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6</a:t>
            </a:r>
            <a:endParaRPr lang="en-US" sz="800" dirty="0"/>
          </a:p>
        </p:txBody>
      </p:sp>
      <p:pic>
        <p:nvPicPr>
          <p:cNvPr id="25" name="Image 6" descr="/Users/eri-ca/Desktop/はっぴょうメーカー/Canvaテンプレート/あきのおもちゃ/みほん_7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6736" y="1764792"/>
            <a:ext cx="941832" cy="530352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1335024" y="1783080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1335024" y="1787652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7</a:t>
            </a:r>
            <a:endParaRPr lang="en-US" sz="800" dirty="0"/>
          </a:p>
        </p:txBody>
      </p:sp>
      <p:pic>
        <p:nvPicPr>
          <p:cNvPr id="28" name="Image 7" descr="/Users/eri-ca/Desktop/はっぴょうメーカー/Canvaテンプレート/あきのおもちゃ/みほん_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13432" y="1764792"/>
            <a:ext cx="941832" cy="530352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2331720" y="1783080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2331720" y="1787652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8</a:t>
            </a:r>
            <a:endParaRPr lang="en-US" sz="800" dirty="0"/>
          </a:p>
        </p:txBody>
      </p:sp>
      <p:pic>
        <p:nvPicPr>
          <p:cNvPr id="31" name="Image 8" descr="/Users/eri-ca/Desktop/はっぴょうメーカー/Canvaテンプレート/あきのおもちゃ/みほん_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8" y="1764792"/>
            <a:ext cx="941832" cy="530352"/>
          </a:xfrm>
          <a:prstGeom prst="rect">
            <a:avLst/>
          </a:prstGeom>
        </p:spPr>
      </p:pic>
      <p:sp>
        <p:nvSpPr>
          <p:cNvPr id="32" name="Shape 21"/>
          <p:cNvSpPr/>
          <p:nvPr/>
        </p:nvSpPr>
        <p:spPr>
          <a:xfrm>
            <a:off x="3328416" y="1783080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33" name="Text 22"/>
          <p:cNvSpPr/>
          <p:nvPr/>
        </p:nvSpPr>
        <p:spPr>
          <a:xfrm>
            <a:off x="3328416" y="1787652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9</a:t>
            </a:r>
            <a:endParaRPr lang="en-US" sz="800" dirty="0"/>
          </a:p>
        </p:txBody>
      </p:sp>
      <p:pic>
        <p:nvPicPr>
          <p:cNvPr id="34" name="Image 9" descr="/Users/eri-ca/Desktop/はっぴょうメーカー/Canvaテンプレート/あきのおもちゃ/みほん_1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6824" y="1764792"/>
            <a:ext cx="941832" cy="530352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4325112" y="1783080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325112" y="1787652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10</a:t>
            </a:r>
            <a:endParaRPr lang="en-US" sz="800" dirty="0"/>
          </a:p>
        </p:txBody>
      </p:sp>
      <p:pic>
        <p:nvPicPr>
          <p:cNvPr id="37" name="Image 10" descr="/Users/eri-ca/Desktop/はっぴょうメーカー/Canvaテンプレート/あきのおもちゃ/みほん_1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2386584"/>
            <a:ext cx="941832" cy="530352"/>
          </a:xfrm>
          <a:prstGeom prst="rect">
            <a:avLst/>
          </a:prstGeom>
        </p:spPr>
      </p:pic>
      <p:sp>
        <p:nvSpPr>
          <p:cNvPr id="38" name="Shape 25"/>
          <p:cNvSpPr/>
          <p:nvPr/>
        </p:nvSpPr>
        <p:spPr>
          <a:xfrm>
            <a:off x="338328" y="2404872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39" name="Text 26"/>
          <p:cNvSpPr/>
          <p:nvPr/>
        </p:nvSpPr>
        <p:spPr>
          <a:xfrm>
            <a:off x="338328" y="2409444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11</a:t>
            </a:r>
            <a:endParaRPr lang="en-US" sz="800" dirty="0"/>
          </a:p>
        </p:txBody>
      </p:sp>
      <p:pic>
        <p:nvPicPr>
          <p:cNvPr id="40" name="Image 11" descr="/Users/eri-ca/Desktop/はっぴょうメーカー/Canvaテンプレート/あきのおもちゃ/みほん_1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16736" y="2386584"/>
            <a:ext cx="941832" cy="530352"/>
          </a:xfrm>
          <a:prstGeom prst="rect">
            <a:avLst/>
          </a:prstGeom>
        </p:spPr>
      </p:pic>
      <p:sp>
        <p:nvSpPr>
          <p:cNvPr id="41" name="Shape 27"/>
          <p:cNvSpPr/>
          <p:nvPr/>
        </p:nvSpPr>
        <p:spPr>
          <a:xfrm>
            <a:off x="1335024" y="2404872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42" name="Text 28"/>
          <p:cNvSpPr/>
          <p:nvPr/>
        </p:nvSpPr>
        <p:spPr>
          <a:xfrm>
            <a:off x="1335024" y="2409444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12</a:t>
            </a:r>
            <a:endParaRPr lang="en-US" sz="800" dirty="0"/>
          </a:p>
        </p:txBody>
      </p:sp>
      <p:pic>
        <p:nvPicPr>
          <p:cNvPr id="43" name="Image 12" descr="/Users/eri-ca/Desktop/はっぴょうメーカー/Canvaテンプレート/あきのおもちゃ/みほん_13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13432" y="2386584"/>
            <a:ext cx="941832" cy="530352"/>
          </a:xfrm>
          <a:prstGeom prst="rect">
            <a:avLst/>
          </a:prstGeom>
        </p:spPr>
      </p:pic>
      <p:sp>
        <p:nvSpPr>
          <p:cNvPr id="44" name="Shape 29"/>
          <p:cNvSpPr/>
          <p:nvPr/>
        </p:nvSpPr>
        <p:spPr>
          <a:xfrm>
            <a:off x="2331720" y="2404872"/>
            <a:ext cx="173736" cy="1737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45" name="Text 30"/>
          <p:cNvSpPr/>
          <p:nvPr/>
        </p:nvSpPr>
        <p:spPr>
          <a:xfrm>
            <a:off x="2331720" y="2409444"/>
            <a:ext cx="173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13</a:t>
            </a:r>
            <a:endParaRPr lang="en-US" sz="800" dirty="0"/>
          </a:p>
        </p:txBody>
      </p:sp>
      <p:sp>
        <p:nvSpPr>
          <p:cNvPr id="46" name="Text 31"/>
          <p:cNvSpPr/>
          <p:nvPr/>
        </p:nvSpPr>
        <p:spPr>
          <a:xfrm>
            <a:off x="320040" y="31181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B8C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↑ ⑥〜⑨が「うまく いかない → かんがえる → できた」の 4ページ</a:t>
            </a:r>
            <a:endParaRPr lang="en-US" sz="1100" dirty="0"/>
          </a:p>
        </p:txBody>
      </p:sp>
      <p:sp>
        <p:nvSpPr>
          <p:cNvPr id="47" name="Shape 32"/>
          <p:cNvSpPr/>
          <p:nvPr/>
        </p:nvSpPr>
        <p:spPr>
          <a:xfrm>
            <a:off x="5623560" y="1143000"/>
            <a:ext cx="32004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pic>
        <p:nvPicPr>
          <p:cNvPr id="48" name="Image 13" descr="/Users/eri-ca/Desktop/はっぴょうメーカー/Canvaテンプレート/あきのおもちゃ/イラスト/maraca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05856" y="1344168"/>
            <a:ext cx="548640" cy="548640"/>
          </a:xfrm>
          <a:prstGeom prst="rect">
            <a:avLst/>
          </a:prstGeom>
        </p:spPr>
      </p:pic>
      <p:sp>
        <p:nvSpPr>
          <p:cNvPr id="49" name="Text 33"/>
          <p:cNvSpPr/>
          <p:nvPr/>
        </p:nvSpPr>
        <p:spPr>
          <a:xfrm>
            <a:off x="6309360" y="123444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3A04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① 文字を 打たずに つくれる</a:t>
            </a:r>
            <a:endParaRPr lang="en-US" sz="1250" dirty="0"/>
          </a:p>
        </p:txBody>
      </p:sp>
      <p:sp>
        <p:nvSpPr>
          <p:cNvPr id="50" name="Text 34"/>
          <p:cNvSpPr/>
          <p:nvPr/>
        </p:nvSpPr>
        <p:spPr>
          <a:xfrm>
            <a:off x="6309360" y="1508760"/>
            <a:ext cx="24323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「ことばカード」を（　）へドラッグ。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材料は いらないカードを消すだけ。</a:t>
            </a:r>
            <a:endParaRPr lang="en-US" sz="900" dirty="0"/>
          </a:p>
        </p:txBody>
      </p:sp>
      <p:sp>
        <p:nvSpPr>
          <p:cNvPr id="51" name="Shape 35"/>
          <p:cNvSpPr/>
          <p:nvPr/>
        </p:nvSpPr>
        <p:spPr>
          <a:xfrm>
            <a:off x="5623560" y="2203704"/>
            <a:ext cx="32004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E53935"/>
            </a:solidFill>
            <a:prstDash val="solid"/>
          </a:ln>
        </p:spPr>
      </p:sp>
      <p:pic>
        <p:nvPicPr>
          <p:cNvPr id="52" name="Image 14" descr="/Users/eri-ca/Desktop/はっぴょうメーカー/Canvaテンプレート/あきのおもちゃ/イラスト/komatta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05856" y="2404872"/>
            <a:ext cx="548640" cy="548640"/>
          </a:xfrm>
          <a:prstGeom prst="rect">
            <a:avLst/>
          </a:prstGeom>
        </p:spPr>
      </p:pic>
      <p:sp>
        <p:nvSpPr>
          <p:cNvPr id="53" name="Text 36"/>
          <p:cNvSpPr/>
          <p:nvPr/>
        </p:nvSpPr>
        <p:spPr>
          <a:xfrm>
            <a:off x="6309360" y="229514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3935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② 試行錯誤が 見える</a:t>
            </a:r>
            <a:endParaRPr lang="en-US" sz="1250" dirty="0"/>
          </a:p>
        </p:txBody>
      </p:sp>
      <p:sp>
        <p:nvSpPr>
          <p:cNvPr id="54" name="Text 37"/>
          <p:cNvSpPr/>
          <p:nvPr/>
        </p:nvSpPr>
        <p:spPr>
          <a:xfrm>
            <a:off x="6309360" y="2569464"/>
            <a:ext cx="24323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こまった→どうしたら?→まえ／あと。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がんばった過程が 主役になる。</a:t>
            </a:r>
            <a:endParaRPr lang="en-US" sz="900" dirty="0"/>
          </a:p>
        </p:txBody>
      </p:sp>
      <p:sp>
        <p:nvSpPr>
          <p:cNvPr id="55" name="Shape 38"/>
          <p:cNvSpPr/>
          <p:nvPr/>
        </p:nvSpPr>
        <p:spPr>
          <a:xfrm>
            <a:off x="5623560" y="3264408"/>
            <a:ext cx="32004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7E57C2"/>
            </a:solidFill>
            <a:prstDash val="solid"/>
          </a:ln>
        </p:spPr>
      </p:sp>
      <p:pic>
        <p:nvPicPr>
          <p:cNvPr id="56" name="Image 15" descr="/Users/eri-ca/Desktop/はっぴょうメーカー/Canvaテンプレート/あきのおもちゃ/イラスト/chib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05856" y="3465576"/>
            <a:ext cx="548640" cy="548640"/>
          </a:xfrm>
          <a:prstGeom prst="rect">
            <a:avLst/>
          </a:prstGeom>
        </p:spPr>
      </p:pic>
      <p:sp>
        <p:nvSpPr>
          <p:cNvPr id="57" name="Text 39"/>
          <p:cNvSpPr/>
          <p:nvPr/>
        </p:nvSpPr>
        <p:spPr>
          <a:xfrm>
            <a:off x="6309360" y="3355848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E57C2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③ 園児との 交流に つなぐ</a:t>
            </a:r>
            <a:endParaRPr lang="en-US" sz="1250" dirty="0"/>
          </a:p>
        </p:txBody>
      </p:sp>
      <p:sp>
        <p:nvSpPr>
          <p:cNvPr id="58" name="Text 40"/>
          <p:cNvSpPr/>
          <p:nvPr/>
        </p:nvSpPr>
        <p:spPr>
          <a:xfrm>
            <a:off x="6309360" y="3630168"/>
            <a:ext cx="24323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最後は「はやく あそんで もらいたいな!」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相手意識をもって ふり返る。</a:t>
            </a:r>
            <a:endParaRPr lang="en-US" sz="900" dirty="0"/>
          </a:p>
        </p:txBody>
      </p:sp>
      <p:sp>
        <p:nvSpPr>
          <p:cNvPr id="59" name="Shape 41"/>
          <p:cNvSpPr/>
          <p:nvPr/>
        </p:nvSpPr>
        <p:spPr>
          <a:xfrm>
            <a:off x="5623560" y="4370832"/>
            <a:ext cx="3200400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>
            <a:solidFill>
              <a:srgbClr val="E0E0E0"/>
            </a:solidFill>
            <a:prstDash val="solid"/>
          </a:ln>
        </p:spPr>
      </p:sp>
      <p:sp>
        <p:nvSpPr>
          <p:cNvPr id="60" name="Text 42"/>
          <p:cNvSpPr/>
          <p:nvPr/>
        </p:nvSpPr>
        <p:spPr>
          <a:xfrm>
            <a:off x="5669280" y="43708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pptxをCanvaに読み込む → クラスの課題として配信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1616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→ 提出物は先生の画面に集まる</a:t>
            </a:r>
            <a:endParaRPr lang="en-US" sz="950" dirty="0"/>
          </a:p>
        </p:txBody>
      </p:sp>
      <p:sp>
        <p:nvSpPr>
          <p:cNvPr id="61" name="Text 43"/>
          <p:cNvSpPr/>
          <p:nvPr/>
        </p:nvSpPr>
        <p:spPr>
          <a:xfrm>
            <a:off x="320040" y="4526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※ うまくいかなかったときの写真を、作っている途中で撮っておくのがポイント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2026-08-17T01:11:27Z</dcterms:created>
  <dcterms:modified xsi:type="dcterms:W3CDTF">2026-08-17T01:11:27Z</dcterms:modified>
</cp:coreProperties>
</file>