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109728"/>
            <a:ext cx="58064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65100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わくわく! あきの おもちゃづくり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40680" y="12801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D6E6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生活科「あきと あそぼう」1年生</a:t>
            </a:r>
            <a:endParaRPr lang="en-US" sz="950" dirty="0"/>
          </a:p>
          <a:p>
            <a:pPr algn="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D6E63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Canvaテンプレート 全13ページ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635240" y="118872"/>
            <a:ext cx="1280160" cy="475488"/>
          </a:xfrm>
          <a:prstGeom prst="roundRect">
            <a:avLst>
              <a:gd name="adj" fmla="val 23077"/>
            </a:avLst>
          </a:prstGeom>
          <a:solidFill>
            <a:srgbClr val="FFF3E0"/>
          </a:solidFill>
          <a:ln w="25400">
            <a:solidFill>
              <a:srgbClr val="FFCC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35240" y="118872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E65100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もじを うたずに</a:t>
            </a:r>
            <a:endParaRPr lang="en-US" sz="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E65100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1年生が つくれる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" y="1721587"/>
            <a:ext cx="7062826" cy="1072363"/>
          </a:xfrm>
          <a:prstGeom prst="roundRect">
            <a:avLst>
              <a:gd name="adj" fmla="val 8527"/>
            </a:avLst>
          </a:prstGeom>
          <a:solidFill>
            <a:srgbClr val="FFF6E5"/>
          </a:solidFill>
          <a:ln w="31750">
            <a:solidFill>
              <a:srgbClr val="FB8C00"/>
            </a:solidFill>
            <a:prstDash val="solid"/>
          </a:ln>
        </p:spPr>
      </p:sp>
      <p:pic>
        <p:nvPicPr>
          <p:cNvPr id="7" name="Image 0" descr="/Users/eri-ca/Desktop/はっぴょうメーカー/Canvaテンプレート/あきのおもちゃ/みほん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749808"/>
            <a:ext cx="1678838" cy="94434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74320" y="795528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804672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24242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1</a:t>
            </a:r>
            <a:endParaRPr lang="en-US" sz="1300" dirty="0"/>
          </a:p>
        </p:txBody>
      </p:sp>
      <p:pic>
        <p:nvPicPr>
          <p:cNvPr id="10" name="Image 1" descr="/Users/eri-ca/Desktop/はっぴょうメーカー/Canvaテンプレート/あきのおもちゃ/みほん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590" y="749808"/>
            <a:ext cx="1678838" cy="944347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026310" y="795528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026310" y="804672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24242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2</a:t>
            </a:r>
            <a:endParaRPr lang="en-US" sz="1300" dirty="0"/>
          </a:p>
        </p:txBody>
      </p:sp>
      <p:pic>
        <p:nvPicPr>
          <p:cNvPr id="13" name="Image 2" descr="/Users/eri-ca/Desktop/はっぴょうメーカー/Canvaテンプレート/あきのおもちゃ/みほん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2581" y="749808"/>
            <a:ext cx="1678838" cy="944347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778301" y="795528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3778301" y="804672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24242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3</a:t>
            </a:r>
            <a:endParaRPr lang="en-US" sz="1300" dirty="0"/>
          </a:p>
        </p:txBody>
      </p:sp>
      <p:pic>
        <p:nvPicPr>
          <p:cNvPr id="16" name="Image 3" descr="/Users/eri-ca/Desktop/はっぴょうメーカー/Canvaテンプレート/あきのおもちゃ/みほん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4571" y="749808"/>
            <a:ext cx="1678838" cy="944347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5530291" y="795528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5530291" y="804672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24242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4</a:t>
            </a:r>
            <a:endParaRPr lang="en-US" sz="1300" dirty="0"/>
          </a:p>
        </p:txBody>
      </p:sp>
      <p:pic>
        <p:nvPicPr>
          <p:cNvPr id="19" name="Image 4" descr="/Users/eri-ca/Desktop/はっぴょうメーカー/Canvaテンプレート/あきのおもちゃ/みほん_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6562" y="749808"/>
            <a:ext cx="1678838" cy="944347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7282282" y="795528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7282282" y="804672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24242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5</a:t>
            </a:r>
            <a:endParaRPr lang="en-US" sz="1300" dirty="0"/>
          </a:p>
        </p:txBody>
      </p:sp>
      <p:pic>
        <p:nvPicPr>
          <p:cNvPr id="22" name="Image 5" descr="/Users/eri-ca/Desktop/はっぴょうメーカー/Canvaテンプレート/あきのおもちゃ/みほん_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600" y="1785595"/>
            <a:ext cx="1678838" cy="944347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274320" y="1831315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274320" y="1840459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24242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6</a:t>
            </a:r>
            <a:endParaRPr lang="en-US" sz="1300" dirty="0"/>
          </a:p>
        </p:txBody>
      </p:sp>
      <p:pic>
        <p:nvPicPr>
          <p:cNvPr id="25" name="Image 6" descr="/Users/eri-ca/Desktop/はっぴょうメーカー/Canvaテンプレート/あきのおもちゃ/みほん_7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0590" y="1785595"/>
            <a:ext cx="1678838" cy="944347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2026310" y="1831315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27" name="Text 18"/>
          <p:cNvSpPr/>
          <p:nvPr/>
        </p:nvSpPr>
        <p:spPr>
          <a:xfrm>
            <a:off x="2026310" y="1840459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24242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7</a:t>
            </a:r>
            <a:endParaRPr lang="en-US" sz="1300" dirty="0"/>
          </a:p>
        </p:txBody>
      </p:sp>
      <p:pic>
        <p:nvPicPr>
          <p:cNvPr id="28" name="Image 7" descr="/Users/eri-ca/Desktop/はっぴょうメーカー/Canvaテンプレート/あきのおもちゃ/みほん_8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32581" y="1785595"/>
            <a:ext cx="1678838" cy="944347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3778301" y="1831315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30" name="Text 20"/>
          <p:cNvSpPr/>
          <p:nvPr/>
        </p:nvSpPr>
        <p:spPr>
          <a:xfrm>
            <a:off x="3778301" y="1840459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24242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8</a:t>
            </a:r>
            <a:endParaRPr lang="en-US" sz="1300" dirty="0"/>
          </a:p>
        </p:txBody>
      </p:sp>
      <p:pic>
        <p:nvPicPr>
          <p:cNvPr id="31" name="Image 8" descr="/Users/eri-ca/Desktop/はっぴょうメーカー/Canvaテンプレート/あきのおもちゃ/みほん_9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4571" y="1785595"/>
            <a:ext cx="1678838" cy="944347"/>
          </a:xfrm>
          <a:prstGeom prst="rect">
            <a:avLst/>
          </a:prstGeom>
        </p:spPr>
      </p:pic>
      <p:sp>
        <p:nvSpPr>
          <p:cNvPr id="32" name="Shape 21"/>
          <p:cNvSpPr/>
          <p:nvPr/>
        </p:nvSpPr>
        <p:spPr>
          <a:xfrm>
            <a:off x="5530291" y="1831315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33" name="Text 22"/>
          <p:cNvSpPr/>
          <p:nvPr/>
        </p:nvSpPr>
        <p:spPr>
          <a:xfrm>
            <a:off x="5530291" y="1840459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24242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9</a:t>
            </a:r>
            <a:endParaRPr lang="en-US" sz="1300" dirty="0"/>
          </a:p>
        </p:txBody>
      </p:sp>
      <p:pic>
        <p:nvPicPr>
          <p:cNvPr id="34" name="Image 9" descr="/Users/eri-ca/Desktop/はっぴょうメーカー/Canvaテンプレート/あきのおもちゃ/みほん_10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6562" y="1785595"/>
            <a:ext cx="1678838" cy="944347"/>
          </a:xfrm>
          <a:prstGeom prst="rect">
            <a:avLst/>
          </a:prstGeom>
        </p:spPr>
      </p:pic>
      <p:sp>
        <p:nvSpPr>
          <p:cNvPr id="35" name="Shape 23"/>
          <p:cNvSpPr/>
          <p:nvPr/>
        </p:nvSpPr>
        <p:spPr>
          <a:xfrm>
            <a:off x="7282282" y="1831315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36" name="Text 24"/>
          <p:cNvSpPr/>
          <p:nvPr/>
        </p:nvSpPr>
        <p:spPr>
          <a:xfrm>
            <a:off x="7282282" y="1840459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24242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10</a:t>
            </a:r>
            <a:endParaRPr lang="en-US" sz="1300" dirty="0"/>
          </a:p>
        </p:txBody>
      </p:sp>
      <p:pic>
        <p:nvPicPr>
          <p:cNvPr id="37" name="Image 10" descr="/Users/eri-ca/Desktop/はっぴょうメーカー/Canvaテンプレート/あきのおもちゃ/みほん_11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8600" y="2821381"/>
            <a:ext cx="1678838" cy="944347"/>
          </a:xfrm>
          <a:prstGeom prst="rect">
            <a:avLst/>
          </a:prstGeom>
        </p:spPr>
      </p:pic>
      <p:sp>
        <p:nvSpPr>
          <p:cNvPr id="38" name="Shape 25"/>
          <p:cNvSpPr/>
          <p:nvPr/>
        </p:nvSpPr>
        <p:spPr>
          <a:xfrm>
            <a:off x="274320" y="2867101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39" name="Text 26"/>
          <p:cNvSpPr/>
          <p:nvPr/>
        </p:nvSpPr>
        <p:spPr>
          <a:xfrm>
            <a:off x="274320" y="2876245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24242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11</a:t>
            </a:r>
            <a:endParaRPr lang="en-US" sz="1300" dirty="0"/>
          </a:p>
        </p:txBody>
      </p:sp>
      <p:pic>
        <p:nvPicPr>
          <p:cNvPr id="40" name="Image 11" descr="/Users/eri-ca/Desktop/はっぴょうメーカー/Canvaテンプレート/あきのおもちゃ/みほん_12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80590" y="2821381"/>
            <a:ext cx="1678838" cy="944347"/>
          </a:xfrm>
          <a:prstGeom prst="rect">
            <a:avLst/>
          </a:prstGeom>
        </p:spPr>
      </p:pic>
      <p:sp>
        <p:nvSpPr>
          <p:cNvPr id="41" name="Shape 27"/>
          <p:cNvSpPr/>
          <p:nvPr/>
        </p:nvSpPr>
        <p:spPr>
          <a:xfrm>
            <a:off x="2026310" y="2867101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42" name="Text 28"/>
          <p:cNvSpPr/>
          <p:nvPr/>
        </p:nvSpPr>
        <p:spPr>
          <a:xfrm>
            <a:off x="2026310" y="2876245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24242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12</a:t>
            </a:r>
            <a:endParaRPr lang="en-US" sz="1300" dirty="0"/>
          </a:p>
        </p:txBody>
      </p:sp>
      <p:pic>
        <p:nvPicPr>
          <p:cNvPr id="43" name="Image 12" descr="/Users/eri-ca/Desktop/はっぴょうメーカー/Canvaテンプレート/あきのおもちゃ/みほん_13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732581" y="2821381"/>
            <a:ext cx="1678838" cy="944347"/>
          </a:xfrm>
          <a:prstGeom prst="rect">
            <a:avLst/>
          </a:prstGeom>
        </p:spPr>
      </p:pic>
      <p:sp>
        <p:nvSpPr>
          <p:cNvPr id="44" name="Shape 29"/>
          <p:cNvSpPr/>
          <p:nvPr/>
        </p:nvSpPr>
        <p:spPr>
          <a:xfrm>
            <a:off x="3778301" y="2867101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45" name="Text 30"/>
          <p:cNvSpPr/>
          <p:nvPr/>
        </p:nvSpPr>
        <p:spPr>
          <a:xfrm>
            <a:off x="3778301" y="2876245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24242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13</a:t>
            </a:r>
            <a:endParaRPr lang="en-US" sz="1300" dirty="0"/>
          </a:p>
        </p:txBody>
      </p:sp>
      <p:sp>
        <p:nvSpPr>
          <p:cNvPr id="46" name="Shape 31"/>
          <p:cNvSpPr/>
          <p:nvPr/>
        </p:nvSpPr>
        <p:spPr>
          <a:xfrm>
            <a:off x="5484571" y="2967685"/>
            <a:ext cx="3430829" cy="658368"/>
          </a:xfrm>
          <a:prstGeom prst="roundRect">
            <a:avLst>
              <a:gd name="adj" fmla="val 19444"/>
            </a:avLst>
          </a:prstGeom>
          <a:solidFill>
            <a:srgbClr val="FB8C00"/>
          </a:solidFill>
          <a:ln w="12700">
            <a:solidFill>
              <a:srgbClr val="FB8C00"/>
            </a:solidFill>
            <a:prstDash val="solid"/>
          </a:ln>
        </p:spPr>
      </p:sp>
      <p:sp>
        <p:nvSpPr>
          <p:cNvPr id="47" name="Text 32"/>
          <p:cNvSpPr/>
          <p:nvPr/>
        </p:nvSpPr>
        <p:spPr>
          <a:xfrm>
            <a:off x="5484571" y="2967685"/>
            <a:ext cx="343082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⑥〜⑨ ここが 試行錯誤の 4ページ</a:t>
            </a:r>
            <a:endParaRPr lang="en-US" sz="1400" dirty="0"/>
          </a:p>
        </p:txBody>
      </p:sp>
      <p:sp>
        <p:nvSpPr>
          <p:cNvPr id="48" name="Text 33"/>
          <p:cNvSpPr/>
          <p:nvPr/>
        </p:nvSpPr>
        <p:spPr>
          <a:xfrm>
            <a:off x="5484571" y="3662629"/>
            <a:ext cx="34308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8C00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「うまく いかない → かんがえる → やって みる」が 主役</a:t>
            </a:r>
            <a:endParaRPr lang="en-US" sz="1000" dirty="0"/>
          </a:p>
        </p:txBody>
      </p:sp>
      <p:sp>
        <p:nvSpPr>
          <p:cNvPr id="49" name="Shape 34"/>
          <p:cNvSpPr/>
          <p:nvPr/>
        </p:nvSpPr>
        <p:spPr>
          <a:xfrm>
            <a:off x="228600" y="3950208"/>
            <a:ext cx="278892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43A047"/>
            </a:solidFill>
            <a:prstDash val="solid"/>
          </a:ln>
        </p:spPr>
      </p:sp>
      <p:pic>
        <p:nvPicPr>
          <p:cNvPr id="50" name="Image 13" descr="/Users/eri-ca/Desktop/はっぴょうメーカー/Canvaテンプレート/あきのおもちゃ/イラスト/maracas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1752" y="4041648"/>
            <a:ext cx="548640" cy="548640"/>
          </a:xfrm>
          <a:prstGeom prst="rect">
            <a:avLst/>
          </a:prstGeom>
        </p:spPr>
      </p:pic>
      <p:sp>
        <p:nvSpPr>
          <p:cNvPr id="51" name="Text 35"/>
          <p:cNvSpPr/>
          <p:nvPr/>
        </p:nvSpPr>
        <p:spPr>
          <a:xfrm>
            <a:off x="905256" y="4014216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3A047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① 文字を 打たずに つくれる</a:t>
            </a:r>
            <a:endParaRPr lang="en-US" sz="1250" dirty="0"/>
          </a:p>
        </p:txBody>
      </p:sp>
      <p:sp>
        <p:nvSpPr>
          <p:cNvPr id="52" name="Text 36"/>
          <p:cNvSpPr/>
          <p:nvPr/>
        </p:nvSpPr>
        <p:spPr>
          <a:xfrm>
            <a:off x="905256" y="4297680"/>
            <a:ext cx="2039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4037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ことばカードを（　）へドラッグするだけ</a:t>
            </a:r>
            <a:endParaRPr lang="en-US" sz="950" dirty="0"/>
          </a:p>
        </p:txBody>
      </p:sp>
      <p:sp>
        <p:nvSpPr>
          <p:cNvPr id="53" name="Shape 37"/>
          <p:cNvSpPr/>
          <p:nvPr/>
        </p:nvSpPr>
        <p:spPr>
          <a:xfrm>
            <a:off x="3127248" y="3950208"/>
            <a:ext cx="278892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E53935"/>
            </a:solidFill>
            <a:prstDash val="solid"/>
          </a:ln>
        </p:spPr>
      </p:sp>
      <p:pic>
        <p:nvPicPr>
          <p:cNvPr id="54" name="Image 14" descr="/Users/eri-ca/Desktop/はっぴょうメーカー/Canvaテンプレート/あきのおもちゃ/イラスト/komatta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200400" y="4041648"/>
            <a:ext cx="548640" cy="548640"/>
          </a:xfrm>
          <a:prstGeom prst="rect">
            <a:avLst/>
          </a:prstGeom>
        </p:spPr>
      </p:pic>
      <p:sp>
        <p:nvSpPr>
          <p:cNvPr id="55" name="Text 38"/>
          <p:cNvSpPr/>
          <p:nvPr/>
        </p:nvSpPr>
        <p:spPr>
          <a:xfrm>
            <a:off x="3803904" y="4014216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53935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② 試行錯誤が 見える</a:t>
            </a:r>
            <a:endParaRPr lang="en-US" sz="1250" dirty="0"/>
          </a:p>
        </p:txBody>
      </p:sp>
      <p:sp>
        <p:nvSpPr>
          <p:cNvPr id="56" name="Text 39"/>
          <p:cNvSpPr/>
          <p:nvPr/>
        </p:nvSpPr>
        <p:spPr>
          <a:xfrm>
            <a:off x="3803904" y="4297680"/>
            <a:ext cx="2039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4037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こまった → どうしたら? → まえ／あと</a:t>
            </a:r>
            <a:endParaRPr lang="en-US" sz="950" dirty="0"/>
          </a:p>
        </p:txBody>
      </p:sp>
      <p:sp>
        <p:nvSpPr>
          <p:cNvPr id="57" name="Shape 40"/>
          <p:cNvSpPr/>
          <p:nvPr/>
        </p:nvSpPr>
        <p:spPr>
          <a:xfrm>
            <a:off x="6025896" y="3950208"/>
            <a:ext cx="278892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7E57C2"/>
            </a:solidFill>
            <a:prstDash val="solid"/>
          </a:ln>
        </p:spPr>
      </p:sp>
      <p:pic>
        <p:nvPicPr>
          <p:cNvPr id="58" name="Image 15" descr="/Users/eri-ca/Desktop/はっぴょうメーカー/Canvaテンプレート/あきのおもちゃ/イラスト/chibi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99048" y="4041648"/>
            <a:ext cx="548640" cy="548640"/>
          </a:xfrm>
          <a:prstGeom prst="rect">
            <a:avLst/>
          </a:prstGeom>
        </p:spPr>
      </p:pic>
      <p:sp>
        <p:nvSpPr>
          <p:cNvPr id="59" name="Text 41"/>
          <p:cNvSpPr/>
          <p:nvPr/>
        </p:nvSpPr>
        <p:spPr>
          <a:xfrm>
            <a:off x="6702552" y="4014216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E57C2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③ 園児との 交流に つなぐ</a:t>
            </a:r>
            <a:endParaRPr lang="en-US" sz="1250" dirty="0"/>
          </a:p>
        </p:txBody>
      </p:sp>
      <p:sp>
        <p:nvSpPr>
          <p:cNvPr id="60" name="Text 42"/>
          <p:cNvSpPr/>
          <p:nvPr/>
        </p:nvSpPr>
        <p:spPr>
          <a:xfrm>
            <a:off x="6702552" y="4297680"/>
            <a:ext cx="2039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D4037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「はやく あそんで もらいたいな!」</a:t>
            </a:r>
            <a:endParaRPr lang="en-US" sz="950" dirty="0"/>
          </a:p>
        </p:txBody>
      </p:sp>
      <p:sp>
        <p:nvSpPr>
          <p:cNvPr id="61" name="Text 43"/>
          <p:cNvSpPr/>
          <p:nvPr/>
        </p:nvSpPr>
        <p:spPr>
          <a:xfrm>
            <a:off x="228600" y="477316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57575"/>
                </a:solidFill>
                <a:latin typeface="Zen Maru Gothic" pitchFamily="34" charset="0"/>
                <a:ea typeface="Zen Maru Gothic" pitchFamily="34" charset="-122"/>
                <a:cs typeface="Zen Maru Gothic" pitchFamily="34" charset="-120"/>
              </a:rPr>
              <a:t>※ うまくいかなかったときの写真を、作っている途中で撮っておくのがポイント　／　pptxをCanvaに読み込み → クラスの課題として配信 → 提出物は先生の画面に集まる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2026-08-17T01:23:25Z</dcterms:created>
  <dcterms:modified xsi:type="dcterms:W3CDTF">2026-08-17T01:23:25Z</dcterms:modified>
</cp:coreProperties>
</file>