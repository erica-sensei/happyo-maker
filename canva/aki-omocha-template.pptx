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先生用の説明ページ。児童に見せて説明したあと、削除しても構いません。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表紙。おもちゃの名前と自分の名前を入れます。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使った材料のカードだけ残します。文字入力なしで作れるページです。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作ったおもちゃの写真と名前。ことばカードから選んで空欄に入れます。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作り方を3つの写真で。ことばカードを空欄に入れます。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遊び方。動画を入れるとよく伝わります。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工夫と難しかったところ。1年生には「くふう＝がんばったところ」と言い換えると伝わります。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感想。ことばカードで選べるので、書くのが苦手な子も完成できます。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終わりのページ。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あきの おもちゃ はっぴょう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0241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つくりかた は かんたん 3つ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2606040" cy="2514600"/>
          </a:xfrm>
          <a:prstGeom prst="roundRect">
            <a:avLst>
              <a:gd name="adj" fmla="val 5818"/>
            </a:avLst>
          </a:prstGeom>
          <a:solidFill>
            <a:srgbClr val="FFF8E1"/>
          </a:solidFill>
          <a:ln w="31750">
            <a:solidFill>
              <a:srgbClr val="2196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00200" y="1737360"/>
            <a:ext cx="420624" cy="420624"/>
          </a:xfrm>
          <a:prstGeom prst="ellipse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0020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</a:t>
            </a:r>
            <a:endParaRPr lang="en-US" sz="1800" dirty="0"/>
          </a:p>
        </p:txBody>
      </p:sp>
      <p:pic>
        <p:nvPicPr>
          <p:cNvPr id="7" name="Image 0" descr="illust/kom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212848"/>
            <a:ext cx="868680" cy="868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31272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 いれる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94360" y="349300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はいいろの ところを おす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91840" y="1572768"/>
            <a:ext cx="2606040" cy="2514600"/>
          </a:xfrm>
          <a:prstGeom prst="roundRect">
            <a:avLst>
              <a:gd name="adj" fmla="val 5818"/>
            </a:avLst>
          </a:prstGeom>
          <a:solidFill>
            <a:srgbClr val="FFF8E1"/>
          </a:solidFill>
          <a:ln w="31750">
            <a:solidFill>
              <a:srgbClr val="4CAF5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89120" y="1737360"/>
            <a:ext cx="420624" cy="420624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2</a:t>
            </a:r>
            <a:endParaRPr lang="en-US" sz="1800" dirty="0"/>
          </a:p>
        </p:txBody>
      </p:sp>
      <p:pic>
        <p:nvPicPr>
          <p:cNvPr id="13" name="Image 1" descr="illust/marac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212848"/>
            <a:ext cx="868680" cy="8686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83280" y="31272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ことばカードを うごかす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383280" y="349300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したの カードを 上に ひっぱる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080760" y="1572768"/>
            <a:ext cx="2606040" cy="2514600"/>
          </a:xfrm>
          <a:prstGeom prst="roundRect">
            <a:avLst>
              <a:gd name="adj" fmla="val 5818"/>
            </a:avLst>
          </a:prstGeom>
          <a:solidFill>
            <a:srgbClr val="FFF8E1"/>
          </a:solidFill>
          <a:ln w="31750">
            <a:solidFill>
              <a:srgbClr val="E91E63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178040" y="1737360"/>
            <a:ext cx="420624" cy="420624"/>
          </a:xfrm>
          <a:prstGeom prst="ellipse">
            <a:avLst/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17804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3</a:t>
            </a:r>
            <a:endParaRPr lang="en-US" sz="1800" dirty="0"/>
          </a:p>
        </p:txBody>
      </p:sp>
      <p:pic>
        <p:nvPicPr>
          <p:cNvPr id="19" name="Image 2" descr="illust/kendam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2212848"/>
            <a:ext cx="868680" cy="8686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172200" y="31272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いらない ページを けす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172200" y="349300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つかわない ページは すてる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8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もじを うたなくても できるよ。うちたい 子は うっても いいよ。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772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651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あきの おもちゃ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1965960" y="1691640"/>
            <a:ext cx="52120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2075688" y="1691640"/>
            <a:ext cx="49926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 おもちゃの なまえ ）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0" y="2743200"/>
            <a:ext cx="365760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2852928" y="2743200"/>
            <a:ext cx="3438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1ねん　くみ　なまえ</a:t>
            </a:r>
            <a:endParaRPr lang="en-US" sz="1600" dirty="0"/>
          </a:p>
        </p:txBody>
      </p:sp>
      <p:pic>
        <p:nvPicPr>
          <p:cNvPr id="7" name="Image 0" descr="illust/dongu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46120"/>
            <a:ext cx="1188720" cy="1188720"/>
          </a:xfrm>
          <a:prstGeom prst="rect">
            <a:avLst/>
          </a:prstGeom>
        </p:spPr>
      </p:pic>
      <p:pic>
        <p:nvPicPr>
          <p:cNvPr id="8" name="Image 1" descr="illust/matsubokku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320040"/>
            <a:ext cx="914400" cy="914400"/>
          </a:xfrm>
          <a:prstGeom prst="rect">
            <a:avLst/>
          </a:prstGeom>
        </p:spPr>
      </p:pic>
      <p:pic>
        <p:nvPicPr>
          <p:cNvPr id="9" name="Image 2" descr="illust/momij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274320"/>
            <a:ext cx="960120" cy="960120"/>
          </a:xfrm>
          <a:prstGeom prst="rect">
            <a:avLst/>
          </a:prstGeom>
        </p:spPr>
      </p:pic>
      <p:pic>
        <p:nvPicPr>
          <p:cNvPr id="10" name="Image 3" descr="illust/ris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3200400"/>
            <a:ext cx="1234440" cy="1234440"/>
          </a:xfrm>
          <a:prstGeom prst="rect">
            <a:avLst/>
          </a:prstGeom>
        </p:spPr>
      </p:pic>
      <p:pic>
        <p:nvPicPr>
          <p:cNvPr id="11" name="Image 4" descr="illust/ityou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384048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つかった あきの もの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5" name="Image 0" descr="illust/dongu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1161288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どんぐり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587752" y="1051560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8" name="Image 1" descr="illust/matsubokku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824" y="1161288"/>
            <a:ext cx="731520" cy="7315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587752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まつぼっくり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672584" y="1051560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11" name="Image 2" descr="illust/ochib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656" y="1161288"/>
            <a:ext cx="731520" cy="7315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672584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おちば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757416" y="1051560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14" name="Image 3" descr="illust/momij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3488" y="1161288"/>
            <a:ext cx="731520" cy="7315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757416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もみじ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502920" y="2624328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17" name="Image 4" descr="illust/ityou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2734056"/>
            <a:ext cx="731520" cy="7315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02920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いちょう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2587752" y="2624328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20" name="Image 5" descr="illust/kur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3824" y="2734056"/>
            <a:ext cx="731520" cy="7315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2587752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くり</a:t>
            </a:r>
            <a:endParaRPr lang="en-US" sz="1400" dirty="0"/>
          </a:p>
        </p:txBody>
      </p:sp>
      <p:sp>
        <p:nvSpPr>
          <p:cNvPr id="22" name="Shape 14"/>
          <p:cNvSpPr/>
          <p:nvPr/>
        </p:nvSpPr>
        <p:spPr>
          <a:xfrm>
            <a:off x="4672584" y="2624328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23" name="Image 6" descr="illust/kinok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8656" y="2734056"/>
            <a:ext cx="731520" cy="73152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4672584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きのこ</a:t>
            </a:r>
            <a:endParaRPr lang="en-US" sz="1400" dirty="0"/>
          </a:p>
        </p:txBody>
      </p:sp>
      <p:sp>
        <p:nvSpPr>
          <p:cNvPr id="25" name="Shape 16"/>
          <p:cNvSpPr/>
          <p:nvPr/>
        </p:nvSpPr>
        <p:spPr>
          <a:xfrm>
            <a:off x="6757416" y="2624328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26" name="Image 7" descr="illust/tre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3488" y="2734056"/>
            <a:ext cx="731520" cy="73152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757416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き の えだ</a:t>
            </a:r>
            <a:endParaRPr lang="en-US" sz="1400" dirty="0"/>
          </a:p>
        </p:txBody>
      </p:sp>
      <p:sp>
        <p:nvSpPr>
          <p:cNvPr id="28" name="Text 18"/>
          <p:cNvSpPr/>
          <p:nvPr/>
        </p:nvSpPr>
        <p:spPr>
          <a:xfrm>
            <a:off x="457200" y="45765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つかって いない ものは、えらんで けそう（けす ボタン）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どんな おもちゃ？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3931920" cy="2880360"/>
          </a:xfrm>
          <a:prstGeom prst="roundRect">
            <a:avLst>
              <a:gd name="adj" fmla="val 4444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02920" y="1024128"/>
            <a:ext cx="39319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709160" y="1024128"/>
            <a:ext cx="39319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818888" y="1024128"/>
            <a:ext cx="37124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これは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）です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709160" y="2487168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4818888" y="2487168"/>
            <a:ext cx="37124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）で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つくりました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こま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8061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けんだま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6745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やじろべえ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5429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マラカス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4113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めいろ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2797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おめん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つくりかた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600200" y="960120"/>
            <a:ext cx="402336" cy="402336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00200" y="960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①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02920" y="1444752"/>
            <a:ext cx="2606040" cy="1508760"/>
          </a:xfrm>
          <a:prstGeom prst="roundRect">
            <a:avLst>
              <a:gd name="adj" fmla="val 8485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1444752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3035808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12648" y="3035808"/>
            <a:ext cx="23865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89120" y="960120"/>
            <a:ext cx="402336" cy="402336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960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91840" y="1444752"/>
            <a:ext cx="2606040" cy="1508760"/>
          </a:xfrm>
          <a:prstGeom prst="roundRect">
            <a:avLst>
              <a:gd name="adj" fmla="val 8485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3291840" y="1444752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91840" y="3035808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3401568" y="3035808"/>
            <a:ext cx="23865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178040" y="960120"/>
            <a:ext cx="402336" cy="402336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78040" y="960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③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080760" y="1444752"/>
            <a:ext cx="2606040" cy="1508760"/>
          </a:xfrm>
          <a:prstGeom prst="roundRect">
            <a:avLst>
              <a:gd name="adj" fmla="val 8485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080760" y="1444752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080760" y="3035808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6190488" y="3035808"/>
            <a:ext cx="23865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あなを あける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8061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ぼうを さす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6745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のりで つける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5429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テープで とめる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4113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いろを ぬる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2797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ひもを つける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9C27B0"/>
          </a:solidFill>
          <a:ln w="12700">
            <a:solidFill>
              <a:srgbClr val="9C27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あそびかた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709160" y="1024128"/>
            <a:ext cx="3931920" cy="2880360"/>
          </a:xfrm>
          <a:prstGeom prst="roundRect">
            <a:avLst>
              <a:gd name="adj" fmla="val 4444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709160" y="1024128"/>
            <a:ext cx="39319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024128"/>
            <a:ext cx="39319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12648" y="1024128"/>
            <a:ext cx="37124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）と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あそびます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12648" y="2487168"/>
            <a:ext cx="37124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）が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おもしろいよ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くるくる まわる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8061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ころがる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6745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ぴょんと とぶ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5429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おとが なる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4113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かぶって あそぶ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2797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ゆらゆら する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くふうした ところ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12648" y="1051560"/>
            <a:ext cx="49011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　　）を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くふうしました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251460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12648" y="2514600"/>
            <a:ext cx="4901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　　）が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むずかしかったよ</a:t>
            </a:r>
            <a:endParaRPr lang="en-US" sz="2000" dirty="0"/>
          </a:p>
        </p:txBody>
      </p:sp>
      <p:pic>
        <p:nvPicPr>
          <p:cNvPr id="8" name="Image 0" descr="illust/yajir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34440"/>
            <a:ext cx="1371600" cy="1371600"/>
          </a:xfrm>
          <a:prstGeom prst="rect">
            <a:avLst/>
          </a:prstGeom>
        </p:spPr>
      </p:pic>
      <p:pic>
        <p:nvPicPr>
          <p:cNvPr id="9" name="Image 1" descr="illust/komm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377440"/>
            <a:ext cx="1280160" cy="1280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9377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いろ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88061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おおきさ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26745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もよう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65429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ひもの ながさ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04113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かざり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42797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あなの ばしょ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かんそう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81381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12648" y="1051560"/>
            <a:ext cx="79187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つくって みて（　　　　　　　　）でした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02920" y="2423160"/>
            <a:ext cx="81381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12648" y="2423160"/>
            <a:ext cx="79187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つぎは（　　　　　　　　）を つくりたいです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たのしかった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8061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うれしかった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6745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むずかしかった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5429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どきどき した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4113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また やりたい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27976" y="4503420"/>
            <a:ext cx="1240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よく できた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651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あそんで みて ね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2468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きいて くれて ありがとう</a:t>
            </a:r>
            <a:endParaRPr lang="en-US" sz="2200" dirty="0"/>
          </a:p>
        </p:txBody>
      </p:sp>
      <p:pic>
        <p:nvPicPr>
          <p:cNvPr id="4" name="Image 0" descr="illust/kend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063240"/>
            <a:ext cx="1280160" cy="1280160"/>
          </a:xfrm>
          <a:prstGeom prst="rect">
            <a:avLst/>
          </a:prstGeom>
        </p:spPr>
      </p:pic>
      <p:pic>
        <p:nvPicPr>
          <p:cNvPr id="5" name="Image 1" descr="illust/marac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3291840"/>
            <a:ext cx="1143000" cy="1143000"/>
          </a:xfrm>
          <a:prstGeom prst="rect">
            <a:avLst/>
          </a:prstGeom>
        </p:spPr>
      </p:pic>
      <p:pic>
        <p:nvPicPr>
          <p:cNvPr id="6" name="Image 2" descr="illust/kinok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3383280"/>
            <a:ext cx="1051560" cy="1051560"/>
          </a:xfrm>
          <a:prstGeom prst="rect">
            <a:avLst/>
          </a:prstGeom>
        </p:spPr>
      </p:pic>
      <p:pic>
        <p:nvPicPr>
          <p:cNvPr id="7" name="Image 3" descr="illust/ris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3063240"/>
            <a:ext cx="1280160" cy="1280160"/>
          </a:xfrm>
          <a:prstGeom prst="rect">
            <a:avLst/>
          </a:prstGeom>
        </p:spPr>
      </p:pic>
      <p:pic>
        <p:nvPicPr>
          <p:cNvPr id="8" name="Image 4" descr="illust/ochib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57200"/>
            <a:ext cx="822960" cy="822960"/>
          </a:xfrm>
          <a:prstGeom prst="rect">
            <a:avLst/>
          </a:prstGeom>
        </p:spPr>
      </p:pic>
      <p:pic>
        <p:nvPicPr>
          <p:cNvPr id="9" name="Image 5" descr="illust/momij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0" y="502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2026-08-05T05:51:33Z</dcterms:created>
  <dcterms:modified xsi:type="dcterms:W3CDTF">2026-08-05T05:51:33Z</dcterms:modified>
</cp:coreProperties>
</file>