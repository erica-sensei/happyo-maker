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先生用の説明ページ。児童に見せて説明したあと、削除しても構いません。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表紙。おもちゃの名前と自分の名前を入れます。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使った材料のカードだけ残します。文字入力なしで作れるページです。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作ったおもちゃの写真と名前。ことばカードから選んで空欄に入れます。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作り方を3つの写真で。ことばカードを空欄に入れます。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遊び方。動画を入れるとよく伝わります。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工夫と難しかったところ。1年生には「くふう＝がんばったところ」と言い換えると伝わります。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感想。ことばカードで選べるので、書くのが苦手な子も完成できます。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終わりのページ。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あきの おもちゃ はっぴょう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 は かんたん 3つ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219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737360"/>
            <a:ext cx="420624" cy="420624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mage 0" descr="illust/kom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212848"/>
            <a:ext cx="868680" cy="868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 いれる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436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はいいろの ところを おす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4CAF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737360"/>
            <a:ext cx="420624" cy="420624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800" dirty="0"/>
          </a:p>
        </p:txBody>
      </p:sp>
      <p:pic>
        <p:nvPicPr>
          <p:cNvPr id="13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12848"/>
            <a:ext cx="868680" cy="8686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ことばカードを うごかす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38328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したの カードを 上に ひっぱる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8076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E91E6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78040" y="1737360"/>
            <a:ext cx="420624" cy="42062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800" dirty="0"/>
          </a:p>
        </p:txBody>
      </p:sp>
      <p:pic>
        <p:nvPicPr>
          <p:cNvPr id="19" name="Image 2" descr="illust/kenda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21284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いらない ページを けす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17220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つかわない ページは すてる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もじを うたなくても できるよ。うちたい 子は うっても いいよ。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あきの おもちゃ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1965960" y="1691640"/>
            <a:ext cx="52120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2075688" y="1691640"/>
            <a:ext cx="4992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 おもちゃの なまえ 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0" y="2743200"/>
            <a:ext cx="365760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852928" y="2743200"/>
            <a:ext cx="3438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1ねん　くみ　なまえ</a:t>
            </a:r>
            <a:endParaRPr lang="en-US" sz="1600" dirty="0"/>
          </a:p>
        </p:txBody>
      </p:sp>
      <p:pic>
        <p:nvPicPr>
          <p:cNvPr id="7" name="Image 0" descr="illust/dongu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46120"/>
            <a:ext cx="1188720" cy="1188720"/>
          </a:xfrm>
          <a:prstGeom prst="rect">
            <a:avLst/>
          </a:prstGeom>
        </p:spPr>
      </p:pic>
      <p:pic>
        <p:nvPicPr>
          <p:cNvPr id="8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20040"/>
            <a:ext cx="914400" cy="914400"/>
          </a:xfrm>
          <a:prstGeom prst="rect">
            <a:avLst/>
          </a:prstGeom>
        </p:spPr>
      </p:pic>
      <p:pic>
        <p:nvPicPr>
          <p:cNvPr id="9" name="Image 2" descr="illust/momij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74320"/>
            <a:ext cx="960120" cy="960120"/>
          </a:xfrm>
          <a:prstGeom prst="rect">
            <a:avLst/>
          </a:prstGeom>
        </p:spPr>
      </p:pic>
      <p:pic>
        <p:nvPicPr>
          <p:cNvPr id="10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200400"/>
            <a:ext cx="1234440" cy="1234440"/>
          </a:xfrm>
          <a:prstGeom prst="rect">
            <a:avLst/>
          </a:prstGeom>
        </p:spPr>
      </p:pic>
      <p:pic>
        <p:nvPicPr>
          <p:cNvPr id="11" name="Image 4" descr="illust/ity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384048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つかった あきの 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5" name="Image 0" descr="illust/dongu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161288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どんぐり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87752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8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11612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87752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まつぼっくり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72584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1" name="Image 2" descr="illust/och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1161288"/>
            <a:ext cx="731520" cy="7315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672584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おちば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757416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4" name="Image 3" descr="illust/momij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1161288"/>
            <a:ext cx="731520" cy="7315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57416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もみじ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02920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7" name="Image 4" descr="illust/ity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2734056"/>
            <a:ext cx="731520" cy="7315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2920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いちょう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2587752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0" name="Image 5" descr="illust/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2734056"/>
            <a:ext cx="731520" cy="7315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2587752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くり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4672584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3" name="Image 6" descr="illust/kinom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6" y="2734056"/>
            <a:ext cx="731520" cy="7315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672584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きのみ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757416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6" name="Image 7" descr="illust/tr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2734056"/>
            <a:ext cx="731520" cy="7315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757416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 の えだ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457200" y="45765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つかって いない ものは、えらんで けそう（けす ボタン）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どんな おもちゃ？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81888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これは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70916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81888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つくりました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けんだま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やじろべえ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マラカス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めいろ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おめん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0020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29184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340156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7804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08076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076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9048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あなを あける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ぼうを さす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のりで つける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テープで とめる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いろを ぬる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ひもを つける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0916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70916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）と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あそびます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）が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おもしろいよ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くるくる まわる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ころがる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ぴょんと とぶ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おとが なる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かぶって あそぶ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ゆらゆら する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くふうした ところ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12648" y="1051560"/>
            <a:ext cx="4901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）を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くふうしました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2514600"/>
            <a:ext cx="4901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むずかしかったよ</a:t>
            </a:r>
            <a:endParaRPr lang="en-US" sz="2000" dirty="0"/>
          </a:p>
        </p:txBody>
      </p:sp>
      <p:pic>
        <p:nvPicPr>
          <p:cNvPr id="8" name="Image 0" descr="illust/yajir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34440"/>
            <a:ext cx="1371600" cy="1371600"/>
          </a:xfrm>
          <a:prstGeom prst="rect">
            <a:avLst/>
          </a:prstGeom>
        </p:spPr>
      </p:pic>
      <p:pic>
        <p:nvPicPr>
          <p:cNvPr id="9" name="Image 1" descr="illust/kom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77440"/>
            <a:ext cx="1280160" cy="1280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おおきさ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もよう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ひもの ながさ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かざり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かんそう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8138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12648" y="1051560"/>
            <a:ext cx="79187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つくって みて（　　　　　　　　）でした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02920" y="2423160"/>
            <a:ext cx="8138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2423160"/>
            <a:ext cx="79187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つぎは（　　　　　　　　）を つくりたいです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たのしかった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うれしかった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むずかしかった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どきどき した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また やりたい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よく できた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あそんで みて ね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きいて くれて ありがとう</a:t>
            </a:r>
            <a:endParaRPr lang="en-US" sz="2200" dirty="0"/>
          </a:p>
        </p:txBody>
      </p:sp>
      <p:pic>
        <p:nvPicPr>
          <p:cNvPr id="4" name="Image 0" descr="illust/kend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280160" cy="1280160"/>
          </a:xfrm>
          <a:prstGeom prst="rect">
            <a:avLst/>
          </a:prstGeom>
        </p:spPr>
      </p:pic>
      <p:pic>
        <p:nvPicPr>
          <p:cNvPr id="5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291840"/>
            <a:ext cx="1143000" cy="1143000"/>
          </a:xfrm>
          <a:prstGeom prst="rect">
            <a:avLst/>
          </a:prstGeom>
        </p:spPr>
      </p:pic>
      <p:pic>
        <p:nvPicPr>
          <p:cNvPr id="6" name="Image 2" descr="illust/kinom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383280"/>
            <a:ext cx="1051560" cy="1051560"/>
          </a:xfrm>
          <a:prstGeom prst="rect">
            <a:avLst/>
          </a:prstGeom>
        </p:spPr>
      </p:pic>
      <p:pic>
        <p:nvPicPr>
          <p:cNvPr id="7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3063240"/>
            <a:ext cx="1280160" cy="1280160"/>
          </a:xfrm>
          <a:prstGeom prst="rect">
            <a:avLst/>
          </a:prstGeom>
        </p:spPr>
      </p:pic>
      <p:pic>
        <p:nvPicPr>
          <p:cNvPr id="8" name="Image 4" descr="illust/ochib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7200"/>
            <a:ext cx="822960" cy="822960"/>
          </a:xfrm>
          <a:prstGeom prst="rect">
            <a:avLst/>
          </a:prstGeom>
        </p:spPr>
      </p:pic>
      <p:pic>
        <p:nvPicPr>
          <p:cNvPr id="9" name="Image 5" descr="illust/momij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502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2026-08-05T06:04:29Z</dcterms:created>
  <dcterms:modified xsi:type="dcterms:W3CDTF">2026-08-05T06:04:29Z</dcterms:modified>
</cp:coreProperties>
</file>