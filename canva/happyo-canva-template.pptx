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先生用のページです。児童に配る前に削除するか、そのまま残して説明に使ってください。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表紙。題名と、学年・組・名前を入れます。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発表の柱を3つ書きます。1つや2つでも構いません。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写真と説明。いちばんよく使う型なので、複製して増やしてください。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気づきを1つ。写真は無くてもよいので、不要なら削除してください。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2つを比べる型。カブトムシとクワガタ、どんぐりと まつぼっくり など。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感想と今後。理由まで書けるよう声かけを。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終わりのスライド。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はっぴょうメーカー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つかいかた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いらない ページを けす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つかう スライドだけ のこそう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てんせんの ところに かく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文字を おして、じぶんの ことばに かえよう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36976"/>
            <a:ext cx="502920" cy="502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 入れる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4930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グレーの ところを おして、しゃしんを えらぼう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986784"/>
            <a:ext cx="502920" cy="50292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9684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できたら 出す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2428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せんせいの いう とおりに ていしゅつしよう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9800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749808" y="1051560"/>
            <a:ext cx="7644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だいめいを かこう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377440" y="2743200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487168" y="2743200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なんねん なんくみ なまえ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🪲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589520" y="320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🌳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ひょうし: なにを しらべたか わかる だいめいを つけよう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375904" cy="713232"/>
          </a:xfrm>
          <a:prstGeom prst="roundRect">
            <a:avLst>
              <a:gd name="adj" fmla="val 23077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きょう つたえたい 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62456"/>
            <a:ext cx="566928" cy="56692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98448" y="1234440"/>
            <a:ext cx="7223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408176" y="1234440"/>
            <a:ext cx="7004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ひとつめ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386584"/>
            <a:ext cx="566928" cy="56692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98448" y="2258568"/>
            <a:ext cx="7223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408176" y="2258568"/>
            <a:ext cx="7004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ふたつめ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3410712"/>
            <a:ext cx="566928" cy="56692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98448" y="3282696"/>
            <a:ext cx="72237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408176" y="3282696"/>
            <a:ext cx="7004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みっつめ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はなす じゅんばんを きめよう。3つ なくても いいよ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375904" cy="7132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みつけたよ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977640" cy="2944368"/>
          </a:xfrm>
          <a:prstGeom prst="roundRect">
            <a:avLst>
              <a:gd name="adj" fmla="val 4348"/>
            </a:avLst>
          </a:prstGeom>
          <a:solidFill>
            <a:srgbClr val="ECEFF1"/>
          </a:solidFill>
          <a:ln w="25400">
            <a:solidFill>
              <a:srgbClr val="90A4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39776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📷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 しゃしんを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入れよう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22192" cy="2944368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64608" y="1188720"/>
            <a:ext cx="360273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せつめいを かこう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・いつ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・どこで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・なにを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しゃしんを 見せながら、気づいた ことを はなそう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375904" cy="713232"/>
          </a:xfrm>
          <a:prstGeom prst="roundRect">
            <a:avLst>
              <a:gd name="adj" fmla="val 23077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きづいた 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80101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76656" y="1170432"/>
            <a:ext cx="7790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きづいた ことを かこう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377440"/>
            <a:ext cx="3657600" cy="1755648"/>
          </a:xfrm>
          <a:prstGeom prst="roundRect">
            <a:avLst>
              <a:gd name="adj" fmla="val 7292"/>
            </a:avLst>
          </a:prstGeom>
          <a:solidFill>
            <a:srgbClr val="ECEFF1"/>
          </a:solidFill>
          <a:ln w="25400">
            <a:solidFill>
              <a:srgbClr val="90A4A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0" y="2377440"/>
            <a:ext cx="3657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📷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 しゃしんを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入れよう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「はじめて しった こと」「びっくりした こと」を かこう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375904" cy="713232"/>
          </a:xfrm>
          <a:prstGeom prst="roundRect">
            <a:avLst>
              <a:gd name="adj" fmla="val 23077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くらべて みよう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3858768" cy="530352"/>
          </a:xfrm>
          <a:prstGeom prst="roundRect">
            <a:avLst>
              <a:gd name="adj" fmla="val 17241"/>
            </a:avLst>
          </a:prstGeom>
          <a:solidFill>
            <a:srgbClr val="FFCCBC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52144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9554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なまえを かこう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858768" cy="1463040"/>
          </a:xfrm>
          <a:prstGeom prst="roundRect">
            <a:avLst>
              <a:gd name="adj" fmla="val 8750"/>
            </a:avLst>
          </a:prstGeom>
          <a:solidFill>
            <a:srgbClr val="ECEFF1"/>
          </a:solidFill>
          <a:ln w="25400">
            <a:solidFill>
              <a:srgbClr val="90A4A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3858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📷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 しゃしんを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入れよう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385876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FF8A6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76656" y="336499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ちがう ところを かこう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18304" y="1152144"/>
            <a:ext cx="3858768" cy="530352"/>
          </a:xfrm>
          <a:prstGeom prst="roundRect">
            <a:avLst>
              <a:gd name="adj" fmla="val 17241"/>
            </a:avLst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52144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9554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なまえを かこう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18304" y="1783080"/>
            <a:ext cx="3858768" cy="1463040"/>
          </a:xfrm>
          <a:prstGeom prst="roundRect">
            <a:avLst>
              <a:gd name="adj" fmla="val 8750"/>
            </a:avLst>
          </a:prstGeom>
          <a:solidFill>
            <a:srgbClr val="ECEFF1"/>
          </a:solidFill>
          <a:ln w="25400">
            <a:solidFill>
              <a:srgbClr val="90A4A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18304" y="1783080"/>
            <a:ext cx="3858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📷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 しゃしんを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入れよう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18304" y="3364992"/>
            <a:ext cx="385876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64B5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28032" y="336499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ちがう ところを かこう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2つを ならべると、ちがいが よく わかるよ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375904" cy="713232"/>
          </a:xfrm>
          <a:prstGeom prst="roundRect">
            <a:avLst>
              <a:gd name="adj" fmla="val 23077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かんそう・これから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77240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75529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おもった ことを かこう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これから やって みたい ことも かこう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0" y="37673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「たのしかった」だけで おわらず、わけも かこう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ありがとう ございました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94944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✨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4048" y="4485132"/>
            <a:ext cx="8375904" cy="420624"/>
          </a:xfrm>
          <a:prstGeom prst="roundRect">
            <a:avLst>
              <a:gd name="adj" fmla="val 2173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485132"/>
            <a:ext cx="8375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💡 さいごに、しつもんを うける じかんを とろう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2026-08-03T07:13:49Z</dcterms:created>
  <dcterms:modified xsi:type="dcterms:W3CDTF">2026-08-03T07:13:49Z</dcterms:modified>
</cp:coreProperties>
</file>